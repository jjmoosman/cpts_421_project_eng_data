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25" dt="2026-10-01T01:55:16.303"/>
    <p1510:client id="{2E52B9F2-520F-242F-CB42-D44DB27A020E}" v="438" dt="2026-10-01T01:49:52.879"/>
    <p1510:client id="{E702D8E7-4417-49BC-AB4A-9D50F21CF78C}" v="541" dt="2026-10-01T01:44:51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o, Jim" userId="S::jim.kino@wsu.edu::1c8904ba-1382-47a3-8701-a4f035821203" providerId="AD" clId="Web-{00000000-0000-0000-0000-000000000000}"/>
    <pc:docChg chg="modSld">
      <pc:chgData name="Kino, Jim" userId="S::jim.kino@wsu.edu::1c8904ba-1382-47a3-8701-a4f035821203" providerId="AD" clId="Web-{00000000-0000-0000-0000-000000000000}" dt="2026-10-01T01:55:14.756" v="618" actId="20577"/>
      <pc:docMkLst>
        <pc:docMk/>
      </pc:docMkLst>
      <pc:sldChg chg="delSp modSp">
        <pc:chgData name="Kino, Jim" userId="S::jim.kino@wsu.edu::1c8904ba-1382-47a3-8701-a4f035821203" providerId="AD" clId="Web-{00000000-0000-0000-0000-000000000000}" dt="2026-10-01T01:38:23.702" v="225"/>
        <pc:sldMkLst>
          <pc:docMk/>
          <pc:sldMk cId="0" sldId="259"/>
        </pc:sldMkLst>
        <pc:spChg chg="del">
          <ac:chgData name="Kino, Jim" userId="S::jim.kino@wsu.edu::1c8904ba-1382-47a3-8701-a4f035821203" providerId="AD" clId="Web-{00000000-0000-0000-0000-000000000000}" dt="2026-10-01T01:38:23.702" v="225"/>
          <ac:spMkLst>
            <pc:docMk/>
            <pc:sldMk cId="0" sldId="259"/>
            <ac:spMk id="5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7:54.265" v="213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7:54.280" v="214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7:54.296" v="215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8.390" v="22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8.390" v="223" actId="1076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Kino, Jim" userId="S::jim.kino@wsu.edu::1c8904ba-1382-47a3-8701-a4f035821203" providerId="AD" clId="Web-{00000000-0000-0000-0000-000000000000}" dt="2026-10-01T01:33:07.934" v="3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0.140" v="216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0.155" v="217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0.171" v="218" actId="14100"/>
          <ac:spMkLst>
            <pc:docMk/>
            <pc:sldMk cId="0" sldId="259"/>
            <ac:spMk id="14" creationId="{00000000-0000-0000-0000-000000000000}"/>
          </ac:spMkLst>
        </pc:spChg>
        <pc:spChg chg="del">
          <ac:chgData name="Kino, Jim" userId="S::jim.kino@wsu.edu::1c8904ba-1382-47a3-8701-a4f035821203" providerId="AD" clId="Web-{00000000-0000-0000-0000-000000000000}" dt="2026-10-01T01:37:14.171" v="200"/>
          <ac:spMkLst>
            <pc:docMk/>
            <pc:sldMk cId="0" sldId="259"/>
            <ac:spMk id="15" creationId="{00000000-0000-0000-0000-000000000000}"/>
          </ac:spMkLst>
        </pc:spChg>
        <pc:spChg chg="del">
          <ac:chgData name="Kino, Jim" userId="S::jim.kino@wsu.edu::1c8904ba-1382-47a3-8701-a4f035821203" providerId="AD" clId="Web-{00000000-0000-0000-0000-000000000000}" dt="2026-10-01T01:37:14.171" v="199"/>
          <ac:spMkLst>
            <pc:docMk/>
            <pc:sldMk cId="0" sldId="259"/>
            <ac:spMk id="16" creationId="{00000000-0000-0000-0000-000000000000}"/>
          </ac:spMkLst>
        </pc:spChg>
        <pc:spChg chg="del">
          <ac:chgData name="Kino, Jim" userId="S::jim.kino@wsu.edu::1c8904ba-1382-47a3-8701-a4f035821203" providerId="AD" clId="Web-{00000000-0000-0000-0000-000000000000}" dt="2026-10-01T01:37:14.171" v="19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8:08.405" v="224" actId="1076"/>
          <ac:spMkLst>
            <pc:docMk/>
            <pc:sldMk cId="0" sldId="259"/>
            <ac:spMk id="19" creationId="{D5620D99-CD94-1E69-18D6-EF76259E0953}"/>
          </ac:spMkLst>
        </pc:spChg>
      </pc:sldChg>
      <pc:sldChg chg="delSp">
        <pc:chgData name="Kino, Jim" userId="S::jim.kino@wsu.edu::1c8904ba-1382-47a3-8701-a4f035821203" providerId="AD" clId="Web-{00000000-0000-0000-0000-000000000000}" dt="2026-10-01T01:38:27.749" v="226"/>
        <pc:sldMkLst>
          <pc:docMk/>
          <pc:sldMk cId="0" sldId="264"/>
        </pc:sldMkLst>
        <pc:spChg chg="del">
          <ac:chgData name="Kino, Jim" userId="S::jim.kino@wsu.edu::1c8904ba-1382-47a3-8701-a4f035821203" providerId="AD" clId="Web-{00000000-0000-0000-0000-000000000000}" dt="2026-10-01T01:38:27.749" v="226"/>
          <ac:spMkLst>
            <pc:docMk/>
            <pc:sldMk cId="0" sldId="264"/>
            <ac:spMk id="5" creationId="{00000000-0000-0000-0000-000000000000}"/>
          </ac:spMkLst>
        </pc:spChg>
      </pc:sldChg>
      <pc:sldChg chg="delSp modSp">
        <pc:chgData name="Kino, Jim" userId="S::jim.kino@wsu.edu::1c8904ba-1382-47a3-8701-a4f035821203" providerId="AD" clId="Web-{00000000-0000-0000-0000-000000000000}" dt="2026-10-01T01:55:14.756" v="618" actId="20577"/>
        <pc:sldMkLst>
          <pc:docMk/>
          <pc:sldMk cId="0" sldId="265"/>
        </pc:sldMkLst>
        <pc:spChg chg="del">
          <ac:chgData name="Kino, Jim" userId="S::jim.kino@wsu.edu::1c8904ba-1382-47a3-8701-a4f035821203" providerId="AD" clId="Web-{00000000-0000-0000-0000-000000000000}" dt="2026-10-01T01:38:30.468" v="22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55:14.756" v="618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45:55.486" v="613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42:56.704" v="429" actId="20577"/>
          <ac:spMkLst>
            <pc:docMk/>
            <pc:sldMk cId="0" sldId="265"/>
            <ac:spMk id="14" creationId="{00000000-0000-0000-0000-000000000000}"/>
          </ac:spMkLst>
        </pc:spChg>
      </pc:sldChg>
      <pc:sldChg chg="delSp">
        <pc:chgData name="Kino, Jim" userId="S::jim.kino@wsu.edu::1c8904ba-1382-47a3-8701-a4f035821203" providerId="AD" clId="Web-{00000000-0000-0000-0000-000000000000}" dt="2026-10-01T01:38:33.187" v="228"/>
        <pc:sldMkLst>
          <pc:docMk/>
          <pc:sldMk cId="0" sldId="266"/>
        </pc:sldMkLst>
        <pc:spChg chg="del">
          <ac:chgData name="Kino, Jim" userId="S::jim.kino@wsu.edu::1c8904ba-1382-47a3-8701-a4f035821203" providerId="AD" clId="Web-{00000000-0000-0000-0000-000000000000}" dt="2026-10-01T01:38:33.187" v="228"/>
          <ac:spMkLst>
            <pc:docMk/>
            <pc:sldMk cId="0" sldId="266"/>
            <ac:spMk id="5" creationId="{00000000-0000-0000-0000-000000000000}"/>
          </ac:spMkLst>
        </pc:spChg>
      </pc:sldChg>
      <pc:sldChg chg="delSp modSp">
        <pc:chgData name="Kino, Jim" userId="S::jim.kino@wsu.edu::1c8904ba-1382-47a3-8701-a4f035821203" providerId="AD" clId="Web-{00000000-0000-0000-0000-000000000000}" dt="2026-10-01T01:39:06.703" v="234"/>
        <pc:sldMkLst>
          <pc:docMk/>
          <pc:sldMk cId="0" sldId="267"/>
        </pc:sldMkLst>
        <pc:spChg chg="del">
          <ac:chgData name="Kino, Jim" userId="S::jim.kino@wsu.edu::1c8904ba-1382-47a3-8701-a4f035821203" providerId="AD" clId="Web-{00000000-0000-0000-0000-000000000000}" dt="2026-10-01T01:39:06.703" v="234"/>
          <ac:spMkLst>
            <pc:docMk/>
            <pc:sldMk cId="0" sldId="267"/>
            <ac:spMk id="2" creationId="{00000000-0000-0000-0000-000000000000}"/>
          </ac:spMkLst>
        </pc:spChg>
        <pc:spChg chg="mod">
          <ac:chgData name="Kino, Jim" userId="S::jim.kino@wsu.edu::1c8904ba-1382-47a3-8701-a4f035821203" providerId="AD" clId="Web-{00000000-0000-0000-0000-000000000000}" dt="2026-10-01T01:39:03.718" v="233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Kino, Jim" userId="S::jim.kino@wsu.edu::1c8904ba-1382-47a3-8701-a4f035821203" providerId="AD" clId="Web-{00000000-0000-0000-0000-000000000000}" dt="2026-10-01T01:38:48.890" v="230"/>
          <ac:spMkLst>
            <pc:docMk/>
            <pc:sldMk cId="0" sldId="267"/>
            <ac:spMk id="4" creationId="{00000000-0000-0000-0000-000000000000}"/>
          </ac:spMkLst>
        </pc:spChg>
        <pc:spChg chg="del">
          <ac:chgData name="Kino, Jim" userId="S::jim.kino@wsu.edu::1c8904ba-1382-47a3-8701-a4f035821203" providerId="AD" clId="Web-{00000000-0000-0000-0000-000000000000}" dt="2026-10-01T01:38:48.890" v="229"/>
          <ac:spMkLst>
            <pc:docMk/>
            <pc:sldMk cId="0" sldId="267"/>
            <ac:spMk id="5" creationId="{00000000-0000-0000-0000-000000000000}"/>
          </ac:spMkLst>
        </pc:spChg>
      </pc:sldChg>
    </pc:docChg>
  </pc:docChgLst>
  <pc:docChgLst>
    <pc:chgData name="Guest User" userId="S::urn:spo:tenantanon#b52be471-f7f1-47b4-a879-0c799bb53db5::" providerId="AD" clId="Web-{2E52B9F2-520F-242F-CB42-D44DB27A020E}"/>
    <pc:docChg chg="modSld">
      <pc:chgData name="Guest User" userId="S::urn:spo:tenantanon#b52be471-f7f1-47b4-a879-0c799bb53db5::" providerId="AD" clId="Web-{2E52B9F2-520F-242F-CB42-D44DB27A020E}" dt="2026-10-01T01:49:52.879" v="434" actId="20577"/>
      <pc:docMkLst>
        <pc:docMk/>
      </pc:docMkLst>
      <pc:sldChg chg="modSp">
        <pc:chgData name="Guest User" userId="S::urn:spo:tenantanon#b52be471-f7f1-47b4-a879-0c799bb53db5::" providerId="AD" clId="Web-{2E52B9F2-520F-242F-CB42-D44DB27A020E}" dt="2026-10-01T01:43:14.724" v="179" actId="20577"/>
        <pc:sldMkLst>
          <pc:docMk/>
          <pc:sldMk cId="0" sldId="257"/>
        </pc:sldMkLst>
        <pc:spChg chg="mod">
          <ac:chgData name="Guest User" userId="S::urn:spo:tenantanon#b52be471-f7f1-47b4-a879-0c799bb53db5::" providerId="AD" clId="Web-{2E52B9F2-520F-242F-CB42-D44DB27A020E}" dt="2026-10-01T01:25:41.993" v="116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Guest User" userId="S::urn:spo:tenantanon#b52be471-f7f1-47b4-a879-0c799bb53db5::" providerId="AD" clId="Web-{2E52B9F2-520F-242F-CB42-D44DB27A020E}" dt="2026-10-01T01:43:14.724" v="179" actId="20577"/>
          <ac:spMkLst>
            <pc:docMk/>
            <pc:sldMk cId="0" sldId="257"/>
            <ac:spMk id="11" creationId="{00000000-0000-0000-0000-000000000000}"/>
          </ac:spMkLst>
        </pc:spChg>
      </pc:sldChg>
      <pc:sldChg chg="delSp modSp">
        <pc:chgData name="Guest User" userId="S::urn:spo:tenantanon#b52be471-f7f1-47b4-a879-0c799bb53db5::" providerId="AD" clId="Web-{2E52B9F2-520F-242F-CB42-D44DB27A020E}" dt="2026-10-01T01:19:46.354" v="5"/>
        <pc:sldMkLst>
          <pc:docMk/>
          <pc:sldMk cId="0" sldId="258"/>
        </pc:sldMkLst>
        <pc:spChg chg="del">
          <ac:chgData name="Guest User" userId="S::urn:spo:tenantanon#b52be471-f7f1-47b4-a879-0c799bb53db5::" providerId="AD" clId="Web-{2E52B9F2-520F-242F-CB42-D44DB27A020E}" dt="2026-10-01T01:19:42.307" v="0"/>
          <ac:spMkLst>
            <pc:docMk/>
            <pc:sldMk cId="0" sldId="258"/>
            <ac:spMk id="21" creationId="{00000000-0000-0000-0000-000000000000}"/>
          </ac:spMkLst>
        </pc:spChg>
        <pc:spChg chg="del">
          <ac:chgData name="Guest User" userId="S::urn:spo:tenantanon#b52be471-f7f1-47b4-a879-0c799bb53db5::" providerId="AD" clId="Web-{2E52B9F2-520F-242F-CB42-D44DB27A020E}" dt="2026-10-01T01:19:43.182" v="1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Guest User" userId="S::urn:spo:tenantanon#b52be471-f7f1-47b4-a879-0c799bb53db5::" providerId="AD" clId="Web-{2E52B9F2-520F-242F-CB42-D44DB27A020E}" dt="2026-10-01T01:19:46.354" v="5"/>
          <ac:spMkLst>
            <pc:docMk/>
            <pc:sldMk cId="0" sldId="258"/>
            <ac:spMk id="23" creationId="{00000000-0000-0000-0000-000000000000}"/>
          </ac:spMkLst>
        </pc:spChg>
        <pc:spChg chg="del">
          <ac:chgData name="Guest User" userId="S::urn:spo:tenantanon#b52be471-f7f1-47b4-a879-0c799bb53db5::" providerId="AD" clId="Web-{2E52B9F2-520F-242F-CB42-D44DB27A020E}" dt="2026-10-01T01:19:46.354" v="4"/>
          <ac:spMkLst>
            <pc:docMk/>
            <pc:sldMk cId="0" sldId="258"/>
            <ac:spMk id="24" creationId="{00000000-0000-0000-0000-000000000000}"/>
          </ac:spMkLst>
        </pc:spChg>
        <pc:spChg chg="del">
          <ac:chgData name="Guest User" userId="S::urn:spo:tenantanon#b52be471-f7f1-47b4-a879-0c799bb53db5::" providerId="AD" clId="Web-{2E52B9F2-520F-242F-CB42-D44DB27A020E}" dt="2026-10-01T01:19:46.354" v="3"/>
          <ac:spMkLst>
            <pc:docMk/>
            <pc:sldMk cId="0" sldId="258"/>
            <ac:spMk id="25" creationId="{00000000-0000-0000-0000-000000000000}"/>
          </ac:spMkLst>
        </pc:spChg>
      </pc:sldChg>
      <pc:sldChg chg="modSp">
        <pc:chgData name="Guest User" userId="S::urn:spo:tenantanon#b52be471-f7f1-47b4-a879-0c799bb53db5::" providerId="AD" clId="Web-{2E52B9F2-520F-242F-CB42-D44DB27A020E}" dt="2026-10-01T01:34:26.820" v="134" actId="20577"/>
        <pc:sldMkLst>
          <pc:docMk/>
          <pc:sldMk cId="0" sldId="259"/>
        </pc:sldMkLst>
        <pc:spChg chg="mod">
          <ac:chgData name="Guest User" userId="S::urn:spo:tenantanon#b52be471-f7f1-47b4-a879-0c799bb53db5::" providerId="AD" clId="Web-{2E52B9F2-520F-242F-CB42-D44DB27A020E}" dt="2026-10-01T01:33:26.257" v="130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Guest User" userId="S::urn:spo:tenantanon#b52be471-f7f1-47b4-a879-0c799bb53db5::" providerId="AD" clId="Web-{2E52B9F2-520F-242F-CB42-D44DB27A020E}" dt="2026-10-01T01:34:26.820" v="134" actId="20577"/>
          <ac:spMkLst>
            <pc:docMk/>
            <pc:sldMk cId="0" sldId="259"/>
            <ac:spMk id="19" creationId="{D5620D99-CD94-1E69-18D6-EF76259E0953}"/>
          </ac:spMkLst>
        </pc:spChg>
      </pc:sldChg>
      <pc:sldChg chg="modSp">
        <pc:chgData name="Guest User" userId="S::urn:spo:tenantanon#b52be471-f7f1-47b4-a879-0c799bb53db5::" providerId="AD" clId="Web-{2E52B9F2-520F-242F-CB42-D44DB27A020E}" dt="2026-10-01T01:49:52.879" v="434" actId="20577"/>
        <pc:sldMkLst>
          <pc:docMk/>
          <pc:sldMk cId="0" sldId="266"/>
        </pc:sldMkLst>
        <pc:spChg chg="mod">
          <ac:chgData name="Guest User" userId="S::urn:spo:tenantanon#b52be471-f7f1-47b4-a879-0c799bb53db5::" providerId="AD" clId="Web-{2E52B9F2-520F-242F-CB42-D44DB27A020E}" dt="2026-10-01T01:45:35.552" v="288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Guest User" userId="S::urn:spo:tenantanon#b52be471-f7f1-47b4-a879-0c799bb53db5::" providerId="AD" clId="Web-{2E52B9F2-520F-242F-CB42-D44DB27A020E}" dt="2026-10-01T01:46:51.864" v="346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Guest User" userId="S::urn:spo:tenantanon#b52be471-f7f1-47b4-a879-0c799bb53db5::" providerId="AD" clId="Web-{2E52B9F2-520F-242F-CB42-D44DB27A020E}" dt="2026-10-01T01:49:52.879" v="434" actId="20577"/>
          <ac:spMkLst>
            <pc:docMk/>
            <pc:sldMk cId="0" sldId="266"/>
            <ac:spMk id="14" creationId="{00000000-0000-0000-0000-000000000000}"/>
          </ac:spMkLst>
        </pc:spChg>
      </pc:sldChg>
    </pc:docChg>
  </pc:docChgLst>
  <pc:docChgLst>
    <pc:chgData name="Madison, Jacob" userId="a104e3b6-72b4-4b87-bc10-dfd4adbc1835" providerId="ADAL" clId="{1500C168-A729-4489-9666-18F166D5740E}"/>
    <pc:docChg chg="custSel delSld modSld">
      <pc:chgData name="Madison, Jacob" userId="a104e3b6-72b4-4b87-bc10-dfd4adbc1835" providerId="ADAL" clId="{1500C168-A729-4489-9666-18F166D5740E}" dt="2026-10-01T01:44:51.268" v="539" actId="20577"/>
      <pc:docMkLst>
        <pc:docMk/>
      </pc:docMkLst>
      <pc:sldChg chg="delSp modSp mod">
        <pc:chgData name="Madison, Jacob" userId="a104e3b6-72b4-4b87-bc10-dfd4adbc1835" providerId="ADAL" clId="{1500C168-A729-4489-9666-18F166D5740E}" dt="2026-10-01T01:20:12.144" v="16" actId="1076"/>
        <pc:sldMkLst>
          <pc:docMk/>
          <pc:sldMk cId="0" sldId="256"/>
        </pc:sldMkLst>
        <pc:spChg chg="mod">
          <ac:chgData name="Madison, Jacob" userId="a104e3b6-72b4-4b87-bc10-dfd4adbc1835" providerId="ADAL" clId="{1500C168-A729-4489-9666-18F166D5740E}" dt="2026-10-01T01:19:02.646" v="2" actId="255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Madison, Jacob" userId="a104e3b6-72b4-4b87-bc10-dfd4adbc1835" providerId="ADAL" clId="{1500C168-A729-4489-9666-18F166D5740E}" dt="2026-10-01T01:19:11.526" v="4" actId="21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20:12.144" v="16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Madison, Jacob" userId="a104e3b6-72b4-4b87-bc10-dfd4adbc1835" providerId="ADAL" clId="{1500C168-A729-4489-9666-18F166D5740E}" dt="2026-10-01T01:30:03.186" v="209" actId="20577"/>
        <pc:sldMkLst>
          <pc:docMk/>
          <pc:sldMk cId="0" sldId="257"/>
        </pc:sldMkLst>
        <pc:spChg chg="mod">
          <ac:chgData name="Madison, Jacob" userId="a104e3b6-72b4-4b87-bc10-dfd4adbc1835" providerId="ADAL" clId="{1500C168-A729-4489-9666-18F166D5740E}" dt="2026-10-01T01:20:48.698" v="17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23:24.465" v="6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0:03.186" v="209" actId="20577"/>
          <ac:spMkLst>
            <pc:docMk/>
            <pc:sldMk cId="0" sldId="257"/>
            <ac:spMk id="11" creationId="{00000000-0000-0000-0000-000000000000}"/>
          </ac:spMkLst>
        </pc:spChg>
      </pc:sldChg>
      <pc:sldChg chg="delSp modSp del mod">
        <pc:chgData name="Madison, Jacob" userId="a104e3b6-72b4-4b87-bc10-dfd4adbc1835" providerId="ADAL" clId="{1500C168-A729-4489-9666-18F166D5740E}" dt="2026-10-01T01:33:03.941" v="289" actId="2696"/>
        <pc:sldMkLst>
          <pc:docMk/>
          <pc:sldMk cId="0" sldId="258"/>
        </pc:sldMkLst>
        <pc:spChg chg="del">
          <ac:chgData name="Madison, Jacob" userId="a104e3b6-72b4-4b87-bc10-dfd4adbc1835" providerId="ADAL" clId="{1500C168-A729-4489-9666-18F166D5740E}" dt="2026-10-01T01:30:51.025" v="214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1:23.335" v="229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2:28.762" v="275" actId="20577"/>
          <ac:spMkLst>
            <pc:docMk/>
            <pc:sldMk cId="0" sldId="258"/>
            <ac:spMk id="9" creationId="{00000000-0000-0000-0000-000000000000}"/>
          </ac:spMkLst>
        </pc:spChg>
        <pc:spChg chg="del">
          <ac:chgData name="Madison, Jacob" userId="a104e3b6-72b4-4b87-bc10-dfd4adbc1835" providerId="ADAL" clId="{1500C168-A729-4489-9666-18F166D5740E}" dt="2026-10-01T01:30:51.870" v="215" actId="478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1:33.829" v="240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2:49.717" v="28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Madison, Jacob" userId="a104e3b6-72b4-4b87-bc10-dfd4adbc1835" providerId="ADAL" clId="{1500C168-A729-4489-9666-18F166D5740E}" dt="2026-10-01T01:30:52.431" v="216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31:38.682" v="248" actId="20577"/>
          <ac:spMkLst>
            <pc:docMk/>
            <pc:sldMk cId="0" sldId="258"/>
            <ac:spMk id="18" creationId="{00000000-0000-0000-0000-000000000000}"/>
          </ac:spMkLst>
        </pc:spChg>
      </pc:sldChg>
      <pc:sldChg chg="addSp modSp mod">
        <pc:chgData name="Madison, Jacob" userId="a104e3b6-72b4-4b87-bc10-dfd4adbc1835" providerId="ADAL" clId="{1500C168-A729-4489-9666-18F166D5740E}" dt="2026-10-01T01:34:39.521" v="297" actId="5793"/>
        <pc:sldMkLst>
          <pc:docMk/>
          <pc:sldMk cId="0" sldId="259"/>
        </pc:sldMkLst>
        <pc:spChg chg="mod">
          <ac:chgData name="Madison, Jacob" userId="a104e3b6-72b4-4b87-bc10-dfd4adbc1835" providerId="ADAL" clId="{1500C168-A729-4489-9666-18F166D5740E}" dt="2026-10-01T01:34:39.521" v="297" actId="5793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Madison, Jacob" userId="a104e3b6-72b4-4b87-bc10-dfd4adbc1835" providerId="ADAL" clId="{1500C168-A729-4489-9666-18F166D5740E}" dt="2026-10-01T01:34:31.258" v="295" actId="5793"/>
          <ac:spMkLst>
            <pc:docMk/>
            <pc:sldMk cId="0" sldId="259"/>
            <ac:spMk id="19" creationId="{D5620D99-CD94-1E69-18D6-EF76259E0953}"/>
          </ac:spMkLst>
        </pc:spChg>
      </pc:sldChg>
      <pc:sldChg chg="del">
        <pc:chgData name="Madison, Jacob" userId="a104e3b6-72b4-4b87-bc10-dfd4adbc1835" providerId="ADAL" clId="{1500C168-A729-4489-9666-18F166D5740E}" dt="2026-10-01T01:30:14.222" v="210" actId="2696"/>
        <pc:sldMkLst>
          <pc:docMk/>
          <pc:sldMk cId="0" sldId="260"/>
        </pc:sldMkLst>
      </pc:sldChg>
      <pc:sldChg chg="del">
        <pc:chgData name="Madison, Jacob" userId="a104e3b6-72b4-4b87-bc10-dfd4adbc1835" providerId="ADAL" clId="{1500C168-A729-4489-9666-18F166D5740E}" dt="2026-10-01T01:30:17.227" v="211" actId="2696"/>
        <pc:sldMkLst>
          <pc:docMk/>
          <pc:sldMk cId="0" sldId="261"/>
        </pc:sldMkLst>
      </pc:sldChg>
      <pc:sldChg chg="del">
        <pc:chgData name="Madison, Jacob" userId="a104e3b6-72b4-4b87-bc10-dfd4adbc1835" providerId="ADAL" clId="{1500C168-A729-4489-9666-18F166D5740E}" dt="2026-10-01T01:30:19.778" v="212" actId="2696"/>
        <pc:sldMkLst>
          <pc:docMk/>
          <pc:sldMk cId="0" sldId="262"/>
        </pc:sldMkLst>
      </pc:sldChg>
      <pc:sldChg chg="del">
        <pc:chgData name="Madison, Jacob" userId="a104e3b6-72b4-4b87-bc10-dfd4adbc1835" providerId="ADAL" clId="{1500C168-A729-4489-9666-18F166D5740E}" dt="2026-10-01T01:30:21.976" v="213" actId="2696"/>
        <pc:sldMkLst>
          <pc:docMk/>
          <pc:sldMk cId="0" sldId="263"/>
        </pc:sldMkLst>
      </pc:sldChg>
      <pc:sldChg chg="modSp mod">
        <pc:chgData name="Madison, Jacob" userId="a104e3b6-72b4-4b87-bc10-dfd4adbc1835" providerId="ADAL" clId="{1500C168-A729-4489-9666-18F166D5740E}" dt="2026-10-01T01:44:51.268" v="539" actId="20577"/>
        <pc:sldMkLst>
          <pc:docMk/>
          <pc:sldMk cId="0" sldId="264"/>
        </pc:sldMkLst>
        <pc:spChg chg="mod">
          <ac:chgData name="Madison, Jacob" userId="a104e3b6-72b4-4b87-bc10-dfd4adbc1835" providerId="ADAL" clId="{1500C168-A729-4489-9666-18F166D5740E}" dt="2026-10-01T01:43:07.414" v="474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dison, Jacob" userId="a104e3b6-72b4-4b87-bc10-dfd4adbc1835" providerId="ADAL" clId="{1500C168-A729-4489-9666-18F166D5740E}" dt="2026-10-01T01:44:51.268" v="539" actId="20577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Madison, Jacob" userId="a104e3b6-72b4-4b87-bc10-dfd4adbc1835" providerId="ADAL" clId="{1500C168-A729-4489-9666-18F166D5740E}" dt="2026-10-01T01:44:39.047" v="538" actId="20577"/>
        <pc:sldMkLst>
          <pc:docMk/>
          <pc:sldMk cId="0" sldId="266"/>
        </pc:sldMkLst>
        <pc:spChg chg="mod">
          <ac:chgData name="Madison, Jacob" userId="a104e3b6-72b4-4b87-bc10-dfd4adbc1835" providerId="ADAL" clId="{1500C168-A729-4489-9666-18F166D5740E}" dt="2026-10-01T01:44:39.047" v="538" actId="20577"/>
          <ac:spMkLst>
            <pc:docMk/>
            <pc:sldMk cId="0" sldId="26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6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 a clear overview of the project (name, purpose, primary focus). Summarize Sprint 4 goals and how they contribute to the overall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Clearly outline the main objectives set for Sprint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Disclose GenAI tools used, how they supported tasks, and improvements. Note limitations/errors, how output was verified, and reaffirm team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major accomplishments, challenges (technical or communication) and how they were/will be addressed, and how Sprint 4 improved on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Outline Sprint 5 objectives/tasks. Reflect on what went well, what to improve, and approach changes. Mention actions taken from client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key points, thank stakeholders and viewers, invite questions or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7FD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Demo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>
                <a:solidFill>
                  <a:schemeClr val="bg1"/>
                </a:solidFill>
              </a:rPr>
              <a:t>Local Learner Corpus and Analytics Web App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40080" y="3127157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/>
                </a:solidFill>
              </a:rPr>
              <a:t>04-SP26-FA26-ENG-DATA | Justin Moos, Jim Kino, Jacob Madison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7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740664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Name: Local Learner Corpus and Analytics Web App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Purpose: Safely review, redact, and manage a repository of redacted student papers where professors can log in and review papers on the analytical web app.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Goals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489204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Complete patches on de-identification tool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Complete 80% of the project (75% of website)</a:t>
            </a:r>
            <a:endParaRPr lang="en-US" sz="1300">
              <a:solidFill>
                <a:srgbClr val="2B2B2B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Finding a web hosting service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>
              <a:solidFill>
                <a:srgbClr val="2B2B2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7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Objectives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06780"/>
          </a:xfrm>
          <a:prstGeom prst="roundRect">
            <a:avLst>
              <a:gd name="adj" fmla="val 10667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64008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713232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2B2B2B"/>
                </a:solidFill>
                <a:ea typeface="Calibri"/>
                <a:cs typeface="Calibri"/>
              </a:rPr>
              <a:t>Determine Host for Website: GitHub web hosting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2362200"/>
            <a:ext cx="8229600" cy="937260"/>
          </a:xfrm>
          <a:prstGeom prst="roundRect">
            <a:avLst>
              <a:gd name="adj" fmla="val 10667"/>
            </a:avLst>
          </a:prstGeom>
          <a:solidFill>
            <a:srgbClr val="EEF4F4"/>
          </a:solidFill>
          <a:ln/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2362200"/>
            <a:ext cx="6400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457200" y="3505200"/>
            <a:ext cx="8229600" cy="876300"/>
          </a:xfrm>
          <a:prstGeom prst="roundRect">
            <a:avLst>
              <a:gd name="adj" fmla="val 10667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505200"/>
            <a:ext cx="64008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1371600" y="3505200"/>
            <a:ext cx="713232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Complete patches on de-identification tool: Dismiss invalid file type error messages</a:t>
            </a:r>
            <a:endParaRPr lang="en-US" sz="160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D5620D99-CD94-1E69-18D6-EF76259E0953}"/>
              </a:ext>
            </a:extLst>
          </p:cNvPr>
          <p:cNvSpPr txBox="1"/>
          <p:nvPr/>
        </p:nvSpPr>
        <p:spPr>
          <a:xfrm>
            <a:off x="1371600" y="2362200"/>
            <a:ext cx="7132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Complete 80% of website functionalities: KWIC and Annotation features implemented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7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of AI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Impact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Claude Code, Gemini, and Claude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Coding, Documentation, Bug fixes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enabled: Difficult bugs that were too complicated to fix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Accountability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489204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observed: None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verified/refined: We verified the code by testing it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7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&amp; Challenges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Determined Website Host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Updated Annotation feature based on client feedback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Updated KWIC feature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Features 80% completed</a:t>
            </a:r>
          </a:p>
        </p:txBody>
      </p:sp>
      <p:sp>
        <p:nvSpPr>
          <p:cNvPr id="9" name="Shape 7"/>
          <p:cNvSpPr/>
          <p:nvPr/>
        </p:nvSpPr>
        <p:spPr>
          <a:xfrm>
            <a:off x="3268980" y="12344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5186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345186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Had to go over various webhost options and choose best option based on price, complexity, and FERPA compliance requirements</a:t>
            </a:r>
            <a:endParaRPr lang="en-US" sz="1300" err="1"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Sprint 3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26364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Website functionality first implemented in Sprint 3 was completed based on input from the client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ea typeface="Calibri"/>
                <a:cs typeface="Calibri"/>
              </a:rPr>
              <a:t>De-identifier app was updated based on feedback from stakeholder 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7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Retrospective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Plan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Get the website and redactor set up on a web service</a:t>
            </a:r>
            <a:endParaRPr lang="en-US" sz="130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Login &amp; File uploading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Website features working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Improved word cloud</a:t>
            </a:r>
            <a:endParaRPr lang="en-US" sz="1300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EE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4892040" y="18288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Went well: Redaction tool and testing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Could improve: Website Interface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Changing: no current changes to plans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3429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E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4892040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2B2B2B"/>
                </a:solidFill>
                <a:ea typeface="Calibri"/>
                <a:cs typeface="Calibri"/>
              </a:rPr>
              <a:t>Redaction tool updates to error display and added failed redaction summary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22326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Thank You!</a:t>
            </a:r>
            <a:endParaRPr lang="en-US" sz="4400">
              <a:latin typeface="Cambria"/>
              <a:ea typeface="Cambria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On-screen Show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Madison, Jacob</cp:lastModifiedBy>
  <cp:revision>1</cp:revision>
  <dcterms:created xsi:type="dcterms:W3CDTF">2026-10-01T01:14:49Z</dcterms:created>
  <dcterms:modified xsi:type="dcterms:W3CDTF">2026-10-01T01:55:41Z</dcterms:modified>
</cp:coreProperties>
</file>